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4B630-363F-7474-F24F-F40940BD4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858357-A534-0102-EEF8-6E51BE3B6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4C322-818C-0B58-DBBF-71EC31A0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7647F-FD76-46E5-9A29-95BC60FF4AB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D2C28-7E0E-3E0D-AAC9-DB31A181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11604-A961-D447-F5EB-D4938D8C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4C73-0D7F-40F5-98BF-2721CB0163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668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60D67-84FB-171A-B244-2B3867CD1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24C94-9157-560F-13BF-BE19DEEAE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CD3FF-1B41-D6F5-EE46-7A8C1777C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7647F-FD76-46E5-9A29-95BC60FF4AB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3A430-46BF-B866-C893-ECC2172DD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01DBD-1FD4-F99D-4D31-C929E80EF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4C73-0D7F-40F5-98BF-2721CB0163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1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919D7-B719-B8A3-C25B-79BAED3D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8F26E-84B4-413A-308B-C45F24344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2A381-6AE2-71C1-01DF-8F72B7B41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7647F-FD76-46E5-9A29-95BC60FF4AB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49176-1756-7039-CE63-C10A23457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D7715-BF50-7484-450A-802AA605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4C73-0D7F-40F5-98BF-2721CB0163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5111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39FAF-5118-693F-51A7-8A5204740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9E973-491F-835D-D244-44B2611B94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173FF-0831-D412-2B4C-B7B6E2964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7BDB1-A230-E51F-BBC4-9D54C59DF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7647F-FD76-46E5-9A29-95BC60FF4AB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47494-75F4-AC17-6974-2929DD3E1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0114B-66B8-4748-3BB9-E7C54FACA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4C73-0D7F-40F5-98BF-2721CB0163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1408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CE57-1FC6-8153-BF05-1E53A35C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4F2D9-44AB-D344-56E6-A30383EA6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0FA2A-F73F-F5FA-B0DB-5AD073D04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DF824-3440-6895-B76E-9F7FF37ED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A98AD3-B252-A8CB-9A83-2F8815257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2011DB-6D0D-C010-1A75-77AD79502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7647F-FD76-46E5-9A29-95BC60FF4AB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CAB34-F5AC-AE2F-3A64-4D86D34D1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29334-95CF-A918-DAC1-49710DA9B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4C73-0D7F-40F5-98BF-2721CB0163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2346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58ABC-6C37-249D-6BE0-6AD8A17D1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61721-6D04-78B6-C80A-3F5155E0F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7647F-FD76-46E5-9A29-95BC60FF4AB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B1139-614E-7EA0-9293-CB8E6DCC8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39DFA-0F67-08B6-B065-B3E8FF7FF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4C73-0D7F-40F5-98BF-2721CB0163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9080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28FB9-A083-F7D9-07CA-2AC200A5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7647F-FD76-46E5-9A29-95BC60FF4AB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B07670-F7B7-97F7-9F6C-C95655FCB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28177-DF03-2B25-54E9-1B32240C5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4C73-0D7F-40F5-98BF-2721CB0163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53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22DEE-3F72-0260-4BBD-582A92FA1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0F59A-E680-345B-1480-976C9CF04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40AEF-1296-B104-9ABD-7F2FA03F8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38A01-1699-DD44-E564-047D9F62A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7647F-FD76-46E5-9A29-95BC60FF4AB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8EFB3-333F-F27C-476C-C4D99FB30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9E5EB-ABA8-B031-E679-7B3A396E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4C73-0D7F-40F5-98BF-2721CB0163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9609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527DD-1F25-8EF5-662C-F22380565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D15055-92B3-51FD-CC7B-DE749E6DE0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E5ED91-4F22-FB79-525A-25D401F14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763F-781E-37E7-D2D1-D0BA14A4F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7647F-FD76-46E5-9A29-95BC60FF4AB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F77E2-A33C-DEB3-3ADE-732333AC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13888-802A-ADB2-0C33-F1A76D84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4C73-0D7F-40F5-98BF-2721CB0163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1546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E6E6E-97BB-4C94-15D7-E43C6CA31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528BBE-CA7E-4242-ABF4-6F5BB6DE2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1A0F1-8B3F-E319-78D4-11B97EC8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7647F-FD76-46E5-9A29-95BC60FF4AB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0DE29-8389-E561-EB71-4CA69453D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ACFB2-1CFD-D123-62FA-20A5643E5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4C73-0D7F-40F5-98BF-2721CB0163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2479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64C382-F759-6902-B549-012AB4F36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4ED67-DE55-AC8E-5EAC-6796BE5BA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C0AAB-FB7C-1AB3-7719-D833FB53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7647F-FD76-46E5-9A29-95BC60FF4AB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07797-8C9C-E8A6-9903-1738FCD2D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9D08D-D8E1-8B3D-689F-2B3CEF937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4C73-0D7F-40F5-98BF-2721CB0163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6823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14B7E6-D90C-5F30-6108-B1445B523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FE765-A9B7-5B06-A9B3-280B4C198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1B857-88D2-9038-D024-5BBFB38BF8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7647F-FD76-46E5-9A29-95BC60FF4AB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F20F2-82EC-C7F1-3070-7682580F8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C5905-4E24-FAF5-D591-336C2BA26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514C73-0D7F-40F5-98BF-2721CB0163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0691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4BBE7-C775-4F74-7D48-BB69710EA4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How to make the best malware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5A958-7A6B-F3CB-F6D4-5AA5B23DFE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/>
              <a:t>IDK </a:t>
            </a:r>
          </a:p>
        </p:txBody>
      </p:sp>
    </p:spTree>
    <p:extLst>
      <p:ext uri="{BB962C8B-B14F-4D97-AF65-F5344CB8AC3E}">
        <p14:creationId xmlns:p14="http://schemas.microsoft.com/office/powerpoint/2010/main" val="3163829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How to make the best malware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Lindsay COUDERT</dc:creator>
  <cp:lastModifiedBy>Lindsay COUDERT</cp:lastModifiedBy>
  <cp:revision>1</cp:revision>
  <dcterms:created xsi:type="dcterms:W3CDTF">2026-06-17T10:19:29Z</dcterms:created>
  <dcterms:modified xsi:type="dcterms:W3CDTF">2026-06-17T10:19:42Z</dcterms:modified>
</cp:coreProperties>
</file>