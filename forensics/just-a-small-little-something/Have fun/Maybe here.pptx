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8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33323-6DB2-9B01-5F16-D24B3FEC99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FBF101-A98E-1FC7-7478-2DE0DC93A1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8957E-B27B-843F-E98F-4DB35FD3C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AF97-F68B-46B6-BE87-B63BA7C97E10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020AF-5C73-5A88-59B4-2DA6523AF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80DAF-3688-65F6-3D52-DCF422AE6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5B981-4DF2-44CD-8293-CF1A3BEB3D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8580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150B3-244E-1512-B30F-EDE4D68D1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E4E9F-6D9E-5953-E9D8-12387E46F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BB204-B2E1-B172-B7C5-D776DC5A8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AF97-F68B-46B6-BE87-B63BA7C97E10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340C9-60CC-3E33-024B-FA237A5BF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9F6A4-81D1-53D9-B822-DF4369605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5B981-4DF2-44CD-8293-CF1A3BEB3D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1394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B1253-0347-6FF1-A56B-812C4E6DB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49397-E556-86B4-B644-41FBF0E0A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F4DA9-80E8-7DAF-B752-A230DB5F2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AF97-F68B-46B6-BE87-B63BA7C97E10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B0038-9BE2-F5AB-1F4A-DD8DB2868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6ABDC-786C-D93F-7F9C-064621941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5B981-4DF2-44CD-8293-CF1A3BEB3D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3400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D69A4-E9AD-82CD-BEA5-0BD17CF15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7EEE2-A7AE-8BC4-0A3C-8C970B14FA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62AB8B-B4D8-80A7-D8BA-6FA38184A2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6DB874-D3DE-34EE-8C76-6DB683F56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AF97-F68B-46B6-BE87-B63BA7C97E10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1100E2-7617-1E30-AA90-A8BBC86B8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147F74-C1BB-1188-5BC7-0D9BE1E71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5B981-4DF2-44CD-8293-CF1A3BEB3D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7488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90527-B5A0-8262-F18D-1FD1F8926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BCCD93-FC3F-D669-E47E-A79665C56C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09E8E4-79FB-7488-8106-8C5A2351E5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BD1634-F7EC-41CA-BA43-DBF404728D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971AC5-2B83-9237-AC49-7E2449D7BE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54B481-8AAF-4847-2826-951D6BDBF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AF97-F68B-46B6-BE87-B63BA7C97E10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841261-60F0-0987-2140-3DE1B2B09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1D2267-1E1F-A7E7-5B02-B3848BF8A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5B981-4DF2-44CD-8293-CF1A3BEB3D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3907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34925-3A91-9EE7-DF8B-2FE565C2D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638AD8-BFAE-AB4A-3CAC-DCC9A55A6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AF97-F68B-46B6-BE87-B63BA7C97E10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CFD2BA-0657-5FAE-A435-27B0CD8B4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07C03C-0C54-08A6-D041-ECD4C3827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5B981-4DF2-44CD-8293-CF1A3BEB3D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0519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C8D28D-A4F8-90C0-F5ED-D4AC7F699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AF97-F68B-46B6-BE87-B63BA7C97E10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10520A-40A4-4A8B-FE2C-8A73EEF61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7EC5F6-BCDD-121F-F5EC-EA651EAFA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5B981-4DF2-44CD-8293-CF1A3BEB3D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5738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EF55E-7E06-73F4-E887-44A4598D1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FC1B2-539E-CFDD-641C-A75928A03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87025C-3589-F59C-F539-A497A848F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553E24-5FD1-E12D-EB43-89FAB1518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AF97-F68B-46B6-BE87-B63BA7C97E10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116945-9D29-EDE0-24D6-8DE342906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C25E22-5DE2-76C0-F1E7-FE161D964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5B981-4DF2-44CD-8293-CF1A3BEB3D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9197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92E97-4473-978A-DD61-3F978CFA0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63CA8B-AD84-B304-0806-789754237F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3A14CD-BCC7-5EE2-CE38-3FC0F40B0C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B8970F-7C93-15A3-D336-8D12D5417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AF97-F68B-46B6-BE87-B63BA7C97E10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7D8FC0-ECC4-8C93-8F34-C95EEDBF8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7526C0-76CD-B72A-9FBB-A55EF75A7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5B981-4DF2-44CD-8293-CF1A3BEB3D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8911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5201B-CB18-9989-51E9-D5DAE1CAD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731844-1F11-99F1-CE9E-292854FFD3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06017C-AF47-761A-1E18-8869F308D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AF97-F68B-46B6-BE87-B63BA7C97E10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69DFE-F14C-15CA-982F-BD4C54056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0DCF6C-A52F-DE1F-8223-34D065C05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5B981-4DF2-44CD-8293-CF1A3BEB3D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8667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DAA0E1-59C4-7DCF-DEAB-719C814E49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EFA367-8C29-0601-D61F-EA1E68C2FE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89424-1CA1-3D5D-7730-A0973F59E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AF97-F68B-46B6-BE87-B63BA7C97E10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4BC2F8-4632-81FA-A5FB-F1A9C57AB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817DC-4CB1-2001-96C8-7AF0C87BA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5B981-4DF2-44CD-8293-CF1A3BEB3D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2035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435DB9-94E0-37F5-3DDE-7601EA71F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24EB3-2138-13D7-01B9-E51A8B707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782C6-BCFB-8941-C478-B75777206F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1DAF97-F68B-46B6-BE87-B63BA7C97E10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A0333-4237-5A30-47B1-C08D0935B2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C75C7-B0E5-16A3-5752-251DF5E4C3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55B981-4DF2-44CD-8293-CF1A3BEB3D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1225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40000"/>
                <a:lumOff val="60000"/>
              </a:schemeClr>
            </a:gs>
            <a:gs pos="46000">
              <a:schemeClr val="accent5">
                <a:lumMod val="95000"/>
                <a:lumOff val="5000"/>
              </a:schemeClr>
            </a:gs>
            <a:gs pos="100000">
              <a:schemeClr val="accent5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EDE31-43A5-0B05-1046-F3FD1CD1A5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Okay well maybe not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1FBB1B-1474-E233-9261-5DD5E20019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4383" y="6220110"/>
            <a:ext cx="9144000" cy="1655762"/>
          </a:xfrm>
        </p:spPr>
        <p:txBody>
          <a:bodyPr/>
          <a:lstStyle/>
          <a:p>
            <a:r>
              <a:rPr lang="en-AU" dirty="0"/>
              <a:t>Try another file</a:t>
            </a:r>
          </a:p>
        </p:txBody>
      </p:sp>
    </p:spTree>
    <p:extLst>
      <p:ext uri="{BB962C8B-B14F-4D97-AF65-F5344CB8AC3E}">
        <p14:creationId xmlns:p14="http://schemas.microsoft.com/office/powerpoint/2010/main" val="246477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40000"/>
                <a:lumOff val="60000"/>
              </a:schemeClr>
            </a:gs>
            <a:gs pos="46000">
              <a:schemeClr val="accent5">
                <a:lumMod val="95000"/>
                <a:lumOff val="5000"/>
              </a:schemeClr>
            </a:gs>
            <a:gs pos="100000">
              <a:schemeClr val="accent5">
                <a:lumMod val="60000"/>
              </a:schemeClr>
            </a:gs>
          </a:gsLst>
          <a:path path="circle">
            <a:fillToRect l="50000" t="130000" r="50000" b="-3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A5AB1-9D14-C9DE-65B2-91510BE43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082542">
            <a:off x="1086679" y="2114411"/>
            <a:ext cx="10515600" cy="1325563"/>
          </a:xfrm>
        </p:spPr>
        <p:txBody>
          <a:bodyPr/>
          <a:lstStyle/>
          <a:p>
            <a:r>
              <a:rPr lang="en-AU" dirty="0"/>
              <a:t>Or keep aimless scrolling through this one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6BE05-A32C-37BF-E076-B71E4E641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185051"/>
            <a:ext cx="10515600" cy="4351338"/>
          </a:xfrm>
        </p:spPr>
        <p:txBody>
          <a:bodyPr/>
          <a:lstStyle/>
          <a:p>
            <a:r>
              <a:rPr lang="en-AU" dirty="0"/>
              <a:t>There’s nothing here …. Or is there</a:t>
            </a:r>
          </a:p>
          <a:p>
            <a:r>
              <a:rPr lang="en-AU" dirty="0"/>
              <a:t>Oh wait that’s right I forgot I didn’t have anything planned for this</a:t>
            </a:r>
          </a:p>
          <a:p>
            <a:r>
              <a:rPr lang="en-AU" dirty="0"/>
              <a:t>My bad</a:t>
            </a:r>
          </a:p>
        </p:txBody>
      </p:sp>
    </p:spTree>
    <p:extLst>
      <p:ext uri="{BB962C8B-B14F-4D97-AF65-F5344CB8AC3E}">
        <p14:creationId xmlns:p14="http://schemas.microsoft.com/office/powerpoint/2010/main" val="2029117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40000"/>
                <a:lumOff val="60000"/>
              </a:schemeClr>
            </a:gs>
            <a:gs pos="46000">
              <a:schemeClr val="accent6">
                <a:lumMod val="95000"/>
                <a:lumOff val="5000"/>
              </a:schemeClr>
            </a:gs>
            <a:gs pos="100000">
              <a:schemeClr val="accent6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D2B8E-56F5-6D4B-13DB-4C7A7675CE2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</p:spPr>
        <p:txBody>
          <a:bodyPr/>
          <a:lstStyle/>
          <a:p>
            <a:r>
              <a:rPr lang="en-AU" dirty="0"/>
              <a:t>What are you doing?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3C2A7-7B6B-5B7E-2D58-68B4606C0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8700" dirty="0">
                <a:solidFill>
                  <a:srgbClr val="FF0000"/>
                </a:solidFill>
              </a:rPr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274264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43</Words>
  <Application>Microsoft Office PowerPoint</Application>
  <PresentationFormat>Widescreen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Okay well maybe not</vt:lpstr>
      <vt:lpstr>Or keep aimless scrolling through this one </vt:lpstr>
      <vt:lpstr>What are you doing?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Lindsay COUDERT</dc:creator>
  <cp:lastModifiedBy>Lindsay COUDERT</cp:lastModifiedBy>
  <cp:revision>5</cp:revision>
  <dcterms:created xsi:type="dcterms:W3CDTF">2026-06-17T04:12:40Z</dcterms:created>
  <dcterms:modified xsi:type="dcterms:W3CDTF">2026-06-17T04:37:53Z</dcterms:modified>
</cp:coreProperties>
</file>